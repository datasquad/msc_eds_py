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0" d="100"/>
          <a:sy n="120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63C6B-3A3F-4521-8290-9BA8103A0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CC888E-DB17-0673-29ED-8A8464D67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04EAA-F6E5-1E11-471B-4E202CBCE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CA27-8D46-4F00-B166-40F732A0E5F2}" type="datetimeFigureOut">
              <a:rPr lang="en-GB" smtClean="0"/>
              <a:t>13/10/2023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C06954-7DAD-7A54-7173-18B76CC63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FA17A-FB79-7454-1F2C-2DDFC37F6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D390-BA37-4B03-8C93-D4A7A6632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084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1E41F-DB85-EB66-8476-DA8AA0B29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4745A-09A1-AA60-65C6-6AA3BCF74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F6383-4BFD-769B-5544-E07388258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CA27-8D46-4F00-B166-40F732A0E5F2}" type="datetimeFigureOut">
              <a:rPr lang="en-GB" smtClean="0"/>
              <a:t>13/10/2023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3E9E8-DB30-E29F-0F37-D829C404D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A8102-4845-2245-C986-18021AC9E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D390-BA37-4B03-8C93-D4A7A6632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30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A642A-C02F-CE2E-1D96-A7514F6BB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32EA1-2B3C-0365-8E64-6DB4E2BC2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73187-5599-C6DC-6C61-C353E182C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CA27-8D46-4F00-B166-40F732A0E5F2}" type="datetimeFigureOut">
              <a:rPr lang="en-GB" smtClean="0"/>
              <a:t>13/10/2023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1DB87-2186-76A0-B8E4-9603A67C9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920C1D-58EC-2C70-46E9-1B398320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D390-BA37-4B03-8C93-D4A7A6632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6906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4C81F-FED8-5A53-8A7E-FF4E53571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CEAFC-0DA1-0D7C-902A-83A60D7378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627783-D0A5-2531-0C7D-9E385ADF6C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CD717A-C1BC-57BA-A904-0377DBCB9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CA27-8D46-4F00-B166-40F732A0E5F2}" type="datetimeFigureOut">
              <a:rPr lang="en-GB" smtClean="0"/>
              <a:t>13/10/2023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71796-FE12-0F25-0978-66238EE4F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09BC58-D57C-C877-E9B5-DFE9AC8A6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D390-BA37-4B03-8C93-D4A7A6632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0478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9AC1E-77E1-C1A3-0B76-A4AE19EA2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AD321F-9E41-9999-4737-EE9A561DF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F86B5-1A6E-F5D6-0593-225B200B57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BC0178-672F-1E16-6D17-895EF7A57D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644D7-DC58-D176-5ED5-18731859D3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8919D8-460D-C526-93DF-8E4E3F352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CA27-8D46-4F00-B166-40F732A0E5F2}" type="datetimeFigureOut">
              <a:rPr lang="en-GB" smtClean="0"/>
              <a:t>13/10/2023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D462AF-ED01-0B84-97B9-44C64047D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D2C678-E134-D75C-32A9-8252181D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D390-BA37-4B03-8C93-D4A7A6632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8852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77790-C157-4378-1C74-6348E91A9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51899D-829D-C406-6B40-EAC2FD2F7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CA27-8D46-4F00-B166-40F732A0E5F2}" type="datetimeFigureOut">
              <a:rPr lang="en-GB" smtClean="0"/>
              <a:t>13/10/2023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8755E-FB2B-2A40-CECD-B7968423D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9BE4E8-A77A-14EF-C719-C76AA3BD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D390-BA37-4B03-8C93-D4A7A6632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7340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2855F4-EF82-E0E3-4141-89A456979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CA27-8D46-4F00-B166-40F732A0E5F2}" type="datetimeFigureOut">
              <a:rPr lang="en-GB" smtClean="0"/>
              <a:t>13/10/2023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7E99EC-25A4-5262-28F7-93298F348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1761E-87D9-FF63-B72A-8D3AA6D77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D390-BA37-4B03-8C93-D4A7A6632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9659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3BE5D-A60E-907E-A85F-C874471C1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24FAC-2A90-50DD-BAF1-BB0CB4488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19080-CAC4-F0F0-6E00-699EBAA88E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3CCF3-2ED6-0D79-DA5A-0A908ACB7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CA27-8D46-4F00-B166-40F732A0E5F2}" type="datetimeFigureOut">
              <a:rPr lang="en-GB" smtClean="0"/>
              <a:t>13/10/2023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F380F-4E91-C43B-CABF-AEFA11A1D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97D5D-70A9-83B3-A730-C88892A40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D390-BA37-4B03-8C93-D4A7A6632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077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B7CA0-49D4-8940-0FC1-A26FF4628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A41B3F-9079-12BA-3ACF-26ECD382C1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B8A7F5-0C01-603B-979E-0102B4AF3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83E2F-200C-1D5D-3B18-08CA2A635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CA27-8D46-4F00-B166-40F732A0E5F2}" type="datetimeFigureOut">
              <a:rPr lang="en-GB" smtClean="0"/>
              <a:t>13/10/2023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566D2-188A-B858-D606-63559919B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10CB2-3541-4E5F-2C02-80598222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D390-BA37-4B03-8C93-D4A7A6632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985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B51BC-BDF2-1E85-9BAC-07B5E9A44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1081E8-BED5-5345-E578-A87CD7331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1A165-03BC-AC78-0DFB-E9B5D4F5E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CA27-8D46-4F00-B166-40F732A0E5F2}" type="datetimeFigureOut">
              <a:rPr lang="en-GB" smtClean="0"/>
              <a:t>13/10/2023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04EBD-C100-D512-EFC3-E90F76D38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EC7DD-09A9-0B87-8FE1-A73AEBCF1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D390-BA37-4B03-8C93-D4A7A6632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170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C74DB-2AF9-5D65-45A0-75FC489575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1FA49-29DB-A8F7-D972-CACA47653C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9A049A-316C-0A7A-5776-166DDF596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8CA27-8D46-4F00-B166-40F732A0E5F2}" type="datetimeFigureOut">
              <a:rPr lang="en-GB" smtClean="0"/>
              <a:t>13/10/2023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DF203-9CE0-E2C1-115D-9E05B8C2C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81E35-FCC1-49AC-2427-60604E311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BD390-BA37-4B03-8C93-D4A7A6632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496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50B4AD-72DF-0344-2C5B-82D0EDD79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9CE10-1D7B-0C64-32E6-10464E812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176C3-B75E-8370-BE98-5301400AE6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8CA27-8D46-4F00-B166-40F732A0E5F2}" type="datetimeFigureOut">
              <a:rPr lang="en-GB" smtClean="0"/>
              <a:t>13/10/2023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053AC-02F2-2A09-C158-A517E78AFC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94F4A-BFA4-4465-70BD-7A1E490977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BD390-BA37-4B03-8C93-D4A7A6632E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691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7DD8B-77B1-5C13-0C07-7821858EF5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7216A-DBBD-7645-CF8B-F626F36482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4052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FF1EF3-6C41-C726-B194-6F602FF8F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3" y="3193545"/>
            <a:ext cx="470910" cy="47091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A0343DE-AA3D-7E0C-943D-F1746A044718}"/>
              </a:ext>
            </a:extLst>
          </p:cNvPr>
          <p:cNvSpPr/>
          <p:nvPr/>
        </p:nvSpPr>
        <p:spPr>
          <a:xfrm>
            <a:off x="3850708" y="1840909"/>
            <a:ext cx="489527" cy="2586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EBB649C-65D1-9CC2-44F2-3D08CB7CB4A3}"/>
              </a:ext>
            </a:extLst>
          </p:cNvPr>
          <p:cNvSpPr/>
          <p:nvPr/>
        </p:nvSpPr>
        <p:spPr>
          <a:xfrm>
            <a:off x="3852106" y="2219812"/>
            <a:ext cx="489527" cy="2586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987517-50CB-E915-985E-83B822CCF9D4}"/>
              </a:ext>
            </a:extLst>
          </p:cNvPr>
          <p:cNvSpPr/>
          <p:nvPr/>
        </p:nvSpPr>
        <p:spPr>
          <a:xfrm>
            <a:off x="3849310" y="4160423"/>
            <a:ext cx="489527" cy="2586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F04C20B-C1C7-CED3-2488-C7347647F54A}"/>
              </a:ext>
            </a:extLst>
          </p:cNvPr>
          <p:cNvSpPr/>
          <p:nvPr/>
        </p:nvSpPr>
        <p:spPr>
          <a:xfrm>
            <a:off x="3850708" y="4539326"/>
            <a:ext cx="489527" cy="2586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7527D5-63E4-FCE2-DA5C-8EAA8018A1F4}"/>
              </a:ext>
            </a:extLst>
          </p:cNvPr>
          <p:cNvCxnSpPr>
            <a:cxnSpLocks/>
            <a:stCxn id="87" idx="3"/>
            <a:endCxn id="6" idx="1"/>
          </p:cNvCxnSpPr>
          <p:nvPr/>
        </p:nvCxnSpPr>
        <p:spPr>
          <a:xfrm>
            <a:off x="1770077" y="1688260"/>
            <a:ext cx="2080631" cy="2819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F1D502D-88C2-053B-46A1-CBA6D780A6DD}"/>
              </a:ext>
            </a:extLst>
          </p:cNvPr>
          <p:cNvCxnSpPr>
            <a:cxnSpLocks/>
            <a:stCxn id="87" idx="3"/>
            <a:endCxn id="7" idx="1"/>
          </p:cNvCxnSpPr>
          <p:nvPr/>
        </p:nvCxnSpPr>
        <p:spPr>
          <a:xfrm>
            <a:off x="1770077" y="1688260"/>
            <a:ext cx="2082029" cy="660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B6CDD41-98F3-A9A2-9017-5E1DA3C1BE95}"/>
              </a:ext>
            </a:extLst>
          </p:cNvPr>
          <p:cNvCxnSpPr>
            <a:cxnSpLocks/>
            <a:stCxn id="87" idx="3"/>
            <a:endCxn id="8" idx="1"/>
          </p:cNvCxnSpPr>
          <p:nvPr/>
        </p:nvCxnSpPr>
        <p:spPr>
          <a:xfrm>
            <a:off x="1770077" y="1688260"/>
            <a:ext cx="2079233" cy="2601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A1640EF-CEAA-C2DF-CC7F-39753EDE2A67}"/>
              </a:ext>
            </a:extLst>
          </p:cNvPr>
          <p:cNvCxnSpPr>
            <a:cxnSpLocks/>
            <a:stCxn id="87" idx="3"/>
            <a:endCxn id="9" idx="1"/>
          </p:cNvCxnSpPr>
          <p:nvPr/>
        </p:nvCxnSpPr>
        <p:spPr>
          <a:xfrm>
            <a:off x="1770077" y="1688260"/>
            <a:ext cx="2080631" cy="2980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70C72F1-6DC9-5C74-59D1-7FA63EBEBA0C}"/>
              </a:ext>
            </a:extLst>
          </p:cNvPr>
          <p:cNvSpPr txBox="1"/>
          <p:nvPr/>
        </p:nvSpPr>
        <p:spPr>
          <a:xfrm rot="5400000">
            <a:off x="3982489" y="2631838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…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E921F1-1351-1DF7-A515-A95046F860BE}"/>
              </a:ext>
            </a:extLst>
          </p:cNvPr>
          <p:cNvSpPr txBox="1"/>
          <p:nvPr/>
        </p:nvSpPr>
        <p:spPr>
          <a:xfrm rot="5400000">
            <a:off x="3953655" y="354189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151E71-3868-3680-B5AB-5B1D20E9FBDE}"/>
              </a:ext>
            </a:extLst>
          </p:cNvPr>
          <p:cNvSpPr txBox="1"/>
          <p:nvPr/>
        </p:nvSpPr>
        <p:spPr>
          <a:xfrm>
            <a:off x="3849310" y="3125406"/>
            <a:ext cx="6617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512 x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9F47E9E-6611-2E0C-F80B-99A9A58DC3BD}"/>
              </a:ext>
            </a:extLst>
          </p:cNvPr>
          <p:cNvSpPr/>
          <p:nvPr/>
        </p:nvSpPr>
        <p:spPr>
          <a:xfrm>
            <a:off x="5935126" y="1754062"/>
            <a:ext cx="489527" cy="2586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6F5E585-026E-ADCC-2F96-B9F33CFD4AB2}"/>
              </a:ext>
            </a:extLst>
          </p:cNvPr>
          <p:cNvSpPr/>
          <p:nvPr/>
        </p:nvSpPr>
        <p:spPr>
          <a:xfrm>
            <a:off x="5936524" y="2132965"/>
            <a:ext cx="489527" cy="2586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B34AFC2-59DE-E3E5-2D30-2A3D9EFDD1AC}"/>
              </a:ext>
            </a:extLst>
          </p:cNvPr>
          <p:cNvSpPr/>
          <p:nvPr/>
        </p:nvSpPr>
        <p:spPr>
          <a:xfrm>
            <a:off x="5933728" y="4073576"/>
            <a:ext cx="489527" cy="2586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8CC6454-3C40-42EB-CEC6-055434AA4300}"/>
              </a:ext>
            </a:extLst>
          </p:cNvPr>
          <p:cNvSpPr/>
          <p:nvPr/>
        </p:nvSpPr>
        <p:spPr>
          <a:xfrm>
            <a:off x="5935126" y="4452479"/>
            <a:ext cx="489527" cy="25861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1C38356-32FB-C261-0653-9D51B3E19619}"/>
              </a:ext>
            </a:extLst>
          </p:cNvPr>
          <p:cNvSpPr txBox="1"/>
          <p:nvPr/>
        </p:nvSpPr>
        <p:spPr>
          <a:xfrm rot="5400000">
            <a:off x="6066907" y="254499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…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0331C2-8EA6-E742-A9D4-B8251654F7C0}"/>
              </a:ext>
            </a:extLst>
          </p:cNvPr>
          <p:cNvSpPr txBox="1"/>
          <p:nvPr/>
        </p:nvSpPr>
        <p:spPr>
          <a:xfrm rot="5400000">
            <a:off x="6038073" y="3455050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…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D3C9543-E853-607A-FB15-10656D00EE4B}"/>
              </a:ext>
            </a:extLst>
          </p:cNvPr>
          <p:cNvSpPr txBox="1"/>
          <p:nvPr/>
        </p:nvSpPr>
        <p:spPr>
          <a:xfrm>
            <a:off x="5933728" y="3038559"/>
            <a:ext cx="6617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512 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8D29D5-663A-67A3-1342-71AC847F0F10}"/>
              </a:ext>
            </a:extLst>
          </p:cNvPr>
          <p:cNvSpPr txBox="1"/>
          <p:nvPr/>
        </p:nvSpPr>
        <p:spPr>
          <a:xfrm>
            <a:off x="1560790" y="1227926"/>
            <a:ext cx="503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#0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4FC86B-9AE7-0897-C6B3-4C6A3C33422E}"/>
              </a:ext>
            </a:extLst>
          </p:cNvPr>
          <p:cNvSpPr txBox="1"/>
          <p:nvPr/>
        </p:nvSpPr>
        <p:spPr>
          <a:xfrm>
            <a:off x="292942" y="3757597"/>
            <a:ext cx="961351" cy="4709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/>
              <a:t>Contains (28*28 =) 784 pieces of information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A30C24-9C6D-B324-AB71-5B007867A601}"/>
              </a:ext>
            </a:extLst>
          </p:cNvPr>
          <p:cNvSpPr txBox="1"/>
          <p:nvPr/>
        </p:nvSpPr>
        <p:spPr>
          <a:xfrm>
            <a:off x="3873666" y="1528404"/>
            <a:ext cx="503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#1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22E5685-63CC-CD20-539D-65F6DF6358C2}"/>
                  </a:ext>
                </a:extLst>
              </p:cNvPr>
              <p:cNvSpPr txBox="1"/>
              <p:nvPr/>
            </p:nvSpPr>
            <p:spPr>
              <a:xfrm>
                <a:off x="3630385" y="2245715"/>
                <a:ext cx="989901" cy="248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GB" sz="8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e>
                        <m:sub>
                          <m:r>
                            <a:rPr lang="en-GB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GB" sz="800" b="0" i="1" smtClean="0">
                              <a:latin typeface="Cambria Math" panose="02040503050406030204" pitchFamily="18" charset="0"/>
                            </a:rPr>
                            <m:t>(1)</m:t>
                          </m:r>
                        </m:sup>
                      </m:sSubSup>
                    </m:oMath>
                  </m:oMathPara>
                </a14:m>
                <a:endParaRPr lang="en-GB" sz="800" dirty="0"/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22E5685-63CC-CD20-539D-65F6DF6358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385" y="2245715"/>
                <a:ext cx="989901" cy="2482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8333DE4-2586-382F-40F7-B88906227D2F}"/>
              </a:ext>
            </a:extLst>
          </p:cNvPr>
          <p:cNvCxnSpPr>
            <a:cxnSpLocks/>
            <a:stCxn id="7" idx="3"/>
            <a:endCxn id="28" idx="1"/>
          </p:cNvCxnSpPr>
          <p:nvPr/>
        </p:nvCxnSpPr>
        <p:spPr>
          <a:xfrm flipV="1">
            <a:off x="4341633" y="1883371"/>
            <a:ext cx="1593493" cy="465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E40E536-825A-7F78-32EC-C620A7FF501C}"/>
              </a:ext>
            </a:extLst>
          </p:cNvPr>
          <p:cNvCxnSpPr>
            <a:cxnSpLocks/>
            <a:stCxn id="6" idx="3"/>
            <a:endCxn id="29" idx="1"/>
          </p:cNvCxnSpPr>
          <p:nvPr/>
        </p:nvCxnSpPr>
        <p:spPr>
          <a:xfrm>
            <a:off x="4340235" y="1970218"/>
            <a:ext cx="1596289" cy="292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0699E1F-EB8A-EA7B-6CEE-6508E1177E39}"/>
              </a:ext>
            </a:extLst>
          </p:cNvPr>
          <p:cNvCxnSpPr>
            <a:cxnSpLocks/>
            <a:stCxn id="7" idx="3"/>
            <a:endCxn id="30" idx="1"/>
          </p:cNvCxnSpPr>
          <p:nvPr/>
        </p:nvCxnSpPr>
        <p:spPr>
          <a:xfrm>
            <a:off x="4341633" y="2349121"/>
            <a:ext cx="1592095" cy="18537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2819ED0-C205-7B18-1944-148109EBF73A}"/>
              </a:ext>
            </a:extLst>
          </p:cNvPr>
          <p:cNvCxnSpPr>
            <a:cxnSpLocks/>
            <a:stCxn id="7" idx="3"/>
            <a:endCxn id="31" idx="1"/>
          </p:cNvCxnSpPr>
          <p:nvPr/>
        </p:nvCxnSpPr>
        <p:spPr>
          <a:xfrm>
            <a:off x="4341633" y="2349121"/>
            <a:ext cx="1593493" cy="2232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8BFA28F-5428-1BFF-D2E9-A68B4CC5245C}"/>
              </a:ext>
            </a:extLst>
          </p:cNvPr>
          <p:cNvCxnSpPr>
            <a:cxnSpLocks/>
            <a:endCxn id="29" idx="1"/>
          </p:cNvCxnSpPr>
          <p:nvPr/>
        </p:nvCxnSpPr>
        <p:spPr>
          <a:xfrm flipV="1">
            <a:off x="4338837" y="2262274"/>
            <a:ext cx="1597687" cy="102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18E5473-89AD-304D-CDF0-18AA9B0CB69E}"/>
              </a:ext>
            </a:extLst>
          </p:cNvPr>
          <p:cNvCxnSpPr>
            <a:cxnSpLocks/>
            <a:stCxn id="8" idx="3"/>
            <a:endCxn id="29" idx="1"/>
          </p:cNvCxnSpPr>
          <p:nvPr/>
        </p:nvCxnSpPr>
        <p:spPr>
          <a:xfrm flipV="1">
            <a:off x="4338837" y="2262274"/>
            <a:ext cx="1597687" cy="20274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C90A9067-627D-CDD5-E7FD-0544E55ADFAD}"/>
              </a:ext>
            </a:extLst>
          </p:cNvPr>
          <p:cNvCxnSpPr>
            <a:cxnSpLocks/>
            <a:stCxn id="9" idx="3"/>
            <a:endCxn id="29" idx="1"/>
          </p:cNvCxnSpPr>
          <p:nvPr/>
        </p:nvCxnSpPr>
        <p:spPr>
          <a:xfrm flipV="1">
            <a:off x="4340235" y="2262274"/>
            <a:ext cx="1596289" cy="24063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28850A4E-C354-ACBF-CD03-AA8E7A459C85}"/>
              </a:ext>
            </a:extLst>
          </p:cNvPr>
          <p:cNvSpPr/>
          <p:nvPr/>
        </p:nvSpPr>
        <p:spPr>
          <a:xfrm>
            <a:off x="1487055" y="1624982"/>
            <a:ext cx="283022" cy="126556"/>
          </a:xfrm>
          <a:prstGeom prst="rect">
            <a:avLst/>
          </a:prstGeom>
          <a:solidFill>
            <a:schemeClr val="accent4">
              <a:lumMod val="40000"/>
              <a:lumOff val="60000"/>
              <a:alpha val="9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X</a:t>
            </a:r>
            <a:r>
              <a:rPr lang="en-GB" sz="8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4C2254F-FEE4-58CF-5DDB-04479254636C}"/>
              </a:ext>
            </a:extLst>
          </p:cNvPr>
          <p:cNvSpPr/>
          <p:nvPr/>
        </p:nvSpPr>
        <p:spPr>
          <a:xfrm>
            <a:off x="1487055" y="1883279"/>
            <a:ext cx="283022" cy="140252"/>
          </a:xfrm>
          <a:prstGeom prst="rect">
            <a:avLst/>
          </a:prstGeom>
          <a:solidFill>
            <a:schemeClr val="accent4">
              <a:lumMod val="40000"/>
              <a:lumOff val="60000"/>
              <a:alpha val="9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X</a:t>
            </a:r>
            <a:r>
              <a:rPr lang="en-GB" sz="800" baseline="-250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121722E8-8111-4AEB-A40A-3F9B3A1E0009}"/>
              </a:ext>
            </a:extLst>
          </p:cNvPr>
          <p:cNvSpPr/>
          <p:nvPr/>
        </p:nvSpPr>
        <p:spPr>
          <a:xfrm>
            <a:off x="1484415" y="2152748"/>
            <a:ext cx="283022" cy="131604"/>
          </a:xfrm>
          <a:prstGeom prst="rect">
            <a:avLst/>
          </a:prstGeom>
          <a:solidFill>
            <a:schemeClr val="accent4">
              <a:lumMod val="40000"/>
              <a:lumOff val="60000"/>
              <a:alpha val="9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X</a:t>
            </a:r>
            <a:r>
              <a:rPr lang="en-GB" sz="800" baseline="-250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412F1092-172A-09FD-E90E-E5E8BA92EAC7}"/>
              </a:ext>
            </a:extLst>
          </p:cNvPr>
          <p:cNvSpPr/>
          <p:nvPr/>
        </p:nvSpPr>
        <p:spPr>
          <a:xfrm>
            <a:off x="1414289" y="4447752"/>
            <a:ext cx="361736" cy="134036"/>
          </a:xfrm>
          <a:prstGeom prst="rect">
            <a:avLst/>
          </a:prstGeom>
          <a:solidFill>
            <a:schemeClr val="accent4">
              <a:lumMod val="40000"/>
              <a:lumOff val="60000"/>
              <a:alpha val="9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X</a:t>
            </a:r>
            <a:r>
              <a:rPr lang="en-GB" sz="800" baseline="-25000" dirty="0">
                <a:solidFill>
                  <a:schemeClr val="tx1"/>
                </a:solidFill>
              </a:rPr>
              <a:t>782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55A81A87-3C5D-1748-1A43-8BC80C7F025B}"/>
              </a:ext>
            </a:extLst>
          </p:cNvPr>
          <p:cNvSpPr/>
          <p:nvPr/>
        </p:nvSpPr>
        <p:spPr>
          <a:xfrm>
            <a:off x="1385455" y="4708134"/>
            <a:ext cx="384623" cy="155519"/>
          </a:xfrm>
          <a:prstGeom prst="rect">
            <a:avLst/>
          </a:prstGeom>
          <a:solidFill>
            <a:schemeClr val="accent4">
              <a:lumMod val="40000"/>
              <a:lumOff val="60000"/>
              <a:alpha val="9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X</a:t>
            </a:r>
            <a:r>
              <a:rPr lang="en-GB" sz="800" baseline="-25000" dirty="0">
                <a:solidFill>
                  <a:schemeClr val="tx1"/>
                </a:solidFill>
              </a:rPr>
              <a:t>783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13A4851-17DC-AD0E-BD3C-BAA070FC99FD}"/>
              </a:ext>
            </a:extLst>
          </p:cNvPr>
          <p:cNvSpPr/>
          <p:nvPr/>
        </p:nvSpPr>
        <p:spPr>
          <a:xfrm>
            <a:off x="1385455" y="4966432"/>
            <a:ext cx="384622" cy="124629"/>
          </a:xfrm>
          <a:prstGeom prst="rect">
            <a:avLst/>
          </a:prstGeom>
          <a:solidFill>
            <a:schemeClr val="accent4">
              <a:lumMod val="40000"/>
              <a:lumOff val="60000"/>
              <a:alpha val="9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" dirty="0">
                <a:solidFill>
                  <a:schemeClr val="tx1"/>
                </a:solidFill>
              </a:rPr>
              <a:t>X</a:t>
            </a:r>
            <a:r>
              <a:rPr lang="en-GB" sz="800" baseline="-25000" dirty="0">
                <a:solidFill>
                  <a:schemeClr val="tx1"/>
                </a:solidFill>
              </a:rPr>
              <a:t>784</a:t>
            </a:r>
          </a:p>
        </p:txBody>
      </p: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136FFB4-0CC6-69A2-5FA9-D317F6BE5EC1}"/>
              </a:ext>
            </a:extLst>
          </p:cNvPr>
          <p:cNvCxnSpPr>
            <a:cxnSpLocks/>
            <a:stCxn id="90" idx="3"/>
            <a:endCxn id="7" idx="1"/>
          </p:cNvCxnSpPr>
          <p:nvPr/>
        </p:nvCxnSpPr>
        <p:spPr>
          <a:xfrm flipV="1">
            <a:off x="1776025" y="2349121"/>
            <a:ext cx="2076081" cy="21656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BA56B333-6D99-2066-2B29-C99053B21ACF}"/>
              </a:ext>
            </a:extLst>
          </p:cNvPr>
          <p:cNvCxnSpPr>
            <a:cxnSpLocks/>
            <a:stCxn id="91" idx="3"/>
            <a:endCxn id="7" idx="1"/>
          </p:cNvCxnSpPr>
          <p:nvPr/>
        </p:nvCxnSpPr>
        <p:spPr>
          <a:xfrm flipV="1">
            <a:off x="1770078" y="2349121"/>
            <a:ext cx="2082028" cy="2436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BE36F5A-4713-A382-F837-DA611E0495A4}"/>
              </a:ext>
            </a:extLst>
          </p:cNvPr>
          <p:cNvCxnSpPr>
            <a:cxnSpLocks/>
            <a:stCxn id="92" idx="3"/>
            <a:endCxn id="7" idx="1"/>
          </p:cNvCxnSpPr>
          <p:nvPr/>
        </p:nvCxnSpPr>
        <p:spPr>
          <a:xfrm flipV="1">
            <a:off x="1770077" y="2349121"/>
            <a:ext cx="2082029" cy="2679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30B6069F-8F44-979D-406B-799F9A6774CF}"/>
              </a:ext>
            </a:extLst>
          </p:cNvPr>
          <p:cNvCxnSpPr>
            <a:cxnSpLocks/>
            <a:stCxn id="89" idx="3"/>
            <a:endCxn id="7" idx="1"/>
          </p:cNvCxnSpPr>
          <p:nvPr/>
        </p:nvCxnSpPr>
        <p:spPr>
          <a:xfrm>
            <a:off x="1767437" y="2218550"/>
            <a:ext cx="2084669" cy="1305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1E6EC96A-0092-FB7E-11D9-003EE910E099}"/>
              </a:ext>
            </a:extLst>
          </p:cNvPr>
          <p:cNvCxnSpPr>
            <a:cxnSpLocks/>
            <a:stCxn id="88" idx="3"/>
            <a:endCxn id="7" idx="1"/>
          </p:cNvCxnSpPr>
          <p:nvPr/>
        </p:nvCxnSpPr>
        <p:spPr>
          <a:xfrm>
            <a:off x="1770077" y="1953405"/>
            <a:ext cx="2082029" cy="3957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10506FB1-E141-EBF4-4B51-6C94A86F5728}"/>
              </a:ext>
            </a:extLst>
          </p:cNvPr>
          <p:cNvCxnSpPr>
            <a:cxnSpLocks/>
            <a:endCxn id="87" idx="1"/>
          </p:cNvCxnSpPr>
          <p:nvPr/>
        </p:nvCxnSpPr>
        <p:spPr>
          <a:xfrm flipV="1">
            <a:off x="578650" y="1688260"/>
            <a:ext cx="908405" cy="1523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EFA878DB-4C6A-CEE9-4959-16AD055FC3F3}"/>
              </a:ext>
            </a:extLst>
          </p:cNvPr>
          <p:cNvCxnSpPr>
            <a:cxnSpLocks/>
            <a:endCxn id="88" idx="1"/>
          </p:cNvCxnSpPr>
          <p:nvPr/>
        </p:nvCxnSpPr>
        <p:spPr>
          <a:xfrm flipV="1">
            <a:off x="655782" y="1953405"/>
            <a:ext cx="831273" cy="12555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9027956A-0591-5E51-AD7D-76FB4F416DBC}"/>
              </a:ext>
            </a:extLst>
          </p:cNvPr>
          <p:cNvCxnSpPr>
            <a:cxnSpLocks/>
            <a:stCxn id="5" idx="0"/>
            <a:endCxn id="89" idx="1"/>
          </p:cNvCxnSpPr>
          <p:nvPr/>
        </p:nvCxnSpPr>
        <p:spPr>
          <a:xfrm flipV="1">
            <a:off x="773618" y="2218550"/>
            <a:ext cx="710797" cy="9749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>
            <a:extLst>
              <a:ext uri="{FF2B5EF4-FFF2-40B4-BE49-F238E27FC236}">
                <a16:creationId xmlns:a16="http://schemas.microsoft.com/office/drawing/2014/main" id="{0CE2B37A-1210-9F33-9A1D-2ADFE096C5F8}"/>
              </a:ext>
            </a:extLst>
          </p:cNvPr>
          <p:cNvCxnSpPr>
            <a:cxnSpLocks/>
            <a:endCxn id="90" idx="1"/>
          </p:cNvCxnSpPr>
          <p:nvPr/>
        </p:nvCxnSpPr>
        <p:spPr>
          <a:xfrm>
            <a:off x="946798" y="3646423"/>
            <a:ext cx="467491" cy="8683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7B032C24-1142-A127-49C7-772C08182A9A}"/>
              </a:ext>
            </a:extLst>
          </p:cNvPr>
          <p:cNvCxnSpPr>
            <a:cxnSpLocks/>
            <a:endCxn id="91" idx="1"/>
          </p:cNvCxnSpPr>
          <p:nvPr/>
        </p:nvCxnSpPr>
        <p:spPr>
          <a:xfrm>
            <a:off x="917964" y="3646423"/>
            <a:ext cx="467491" cy="1139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1CB828BB-CECC-830B-6A76-26DC0F4D9313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889130" y="3646423"/>
            <a:ext cx="496325" cy="13823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5BB0F029-2C9C-0421-FD22-F481A57F4853}"/>
              </a:ext>
            </a:extLst>
          </p:cNvPr>
          <p:cNvSpPr txBox="1"/>
          <p:nvPr/>
        </p:nvSpPr>
        <p:spPr>
          <a:xfrm>
            <a:off x="5986918" y="1412987"/>
            <a:ext cx="503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#2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852FB27E-F6C1-E5FE-5A20-EF019737A412}"/>
                  </a:ext>
                </a:extLst>
              </p:cNvPr>
              <p:cNvSpPr txBox="1"/>
              <p:nvPr/>
            </p:nvSpPr>
            <p:spPr>
              <a:xfrm>
                <a:off x="5696674" y="4069795"/>
                <a:ext cx="989901" cy="2482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GB" sz="800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e>
                        <m:sub>
                          <m:r>
                            <a:rPr lang="en-GB" sz="800" b="0" i="1" smtClean="0">
                              <a:latin typeface="Cambria Math" panose="02040503050406030204" pitchFamily="18" charset="0"/>
                            </a:rPr>
                            <m:t>511</m:t>
                          </m:r>
                        </m:sub>
                        <m:sup>
                          <m:r>
                            <a:rPr lang="en-GB" sz="800" b="0" i="1" smtClean="0">
                              <a:latin typeface="Cambria Math" panose="02040503050406030204" pitchFamily="18" charset="0"/>
                            </a:rPr>
                            <m:t>(2)</m:t>
                          </m:r>
                        </m:sup>
                      </m:sSubSup>
                    </m:oMath>
                  </m:oMathPara>
                </a14:m>
                <a:endParaRPr lang="en-GB" sz="800" dirty="0"/>
              </a:p>
            </p:txBody>
          </p:sp>
        </mc:Choice>
        <mc:Fallback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852FB27E-F6C1-E5FE-5A20-EF019737A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674" y="4069795"/>
                <a:ext cx="989901" cy="2482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7" name="Rectangle 156">
            <a:extLst>
              <a:ext uri="{FF2B5EF4-FFF2-40B4-BE49-F238E27FC236}">
                <a16:creationId xmlns:a16="http://schemas.microsoft.com/office/drawing/2014/main" id="{97CD6F67-D1FE-C3DB-6BA5-8672A3900923}"/>
              </a:ext>
            </a:extLst>
          </p:cNvPr>
          <p:cNvSpPr/>
          <p:nvPr/>
        </p:nvSpPr>
        <p:spPr>
          <a:xfrm>
            <a:off x="8137236" y="1965055"/>
            <a:ext cx="489527" cy="2221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7266D351-3520-F0DF-96F0-D00256E8FE82}"/>
              </a:ext>
            </a:extLst>
          </p:cNvPr>
          <p:cNvSpPr/>
          <p:nvPr/>
        </p:nvSpPr>
        <p:spPr>
          <a:xfrm>
            <a:off x="8137236" y="2231044"/>
            <a:ext cx="489527" cy="2221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8030ECEF-4463-0C17-122C-CB48EFBB7219}"/>
              </a:ext>
            </a:extLst>
          </p:cNvPr>
          <p:cNvSpPr/>
          <p:nvPr/>
        </p:nvSpPr>
        <p:spPr>
          <a:xfrm>
            <a:off x="8137236" y="2501261"/>
            <a:ext cx="489527" cy="2221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BDB58DB2-208C-C8E6-8870-DE5621D4AC82}"/>
              </a:ext>
            </a:extLst>
          </p:cNvPr>
          <p:cNvSpPr/>
          <p:nvPr/>
        </p:nvSpPr>
        <p:spPr>
          <a:xfrm>
            <a:off x="8137236" y="2762260"/>
            <a:ext cx="489527" cy="2221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3CBFC073-D8BA-6AF0-10DF-82E98A27D84E}"/>
              </a:ext>
            </a:extLst>
          </p:cNvPr>
          <p:cNvSpPr/>
          <p:nvPr/>
        </p:nvSpPr>
        <p:spPr>
          <a:xfrm>
            <a:off x="8137236" y="3028249"/>
            <a:ext cx="489527" cy="2221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D5EC35E1-5B67-2EE5-D157-DA1D838E478D}"/>
              </a:ext>
            </a:extLst>
          </p:cNvPr>
          <p:cNvSpPr/>
          <p:nvPr/>
        </p:nvSpPr>
        <p:spPr>
          <a:xfrm>
            <a:off x="8137236" y="3298466"/>
            <a:ext cx="489527" cy="2221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3" name="Rectangle 162">
            <a:extLst>
              <a:ext uri="{FF2B5EF4-FFF2-40B4-BE49-F238E27FC236}">
                <a16:creationId xmlns:a16="http://schemas.microsoft.com/office/drawing/2014/main" id="{6B1C73C6-6215-CD53-5072-5CCCC922CC2A}"/>
              </a:ext>
            </a:extLst>
          </p:cNvPr>
          <p:cNvSpPr/>
          <p:nvPr/>
        </p:nvSpPr>
        <p:spPr>
          <a:xfrm>
            <a:off x="8137236" y="3572553"/>
            <a:ext cx="489527" cy="2221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B17CAFAB-860A-B312-085E-2DEC5977C82D}"/>
              </a:ext>
            </a:extLst>
          </p:cNvPr>
          <p:cNvSpPr/>
          <p:nvPr/>
        </p:nvSpPr>
        <p:spPr>
          <a:xfrm>
            <a:off x="8137236" y="3833552"/>
            <a:ext cx="489527" cy="2221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5" name="Rectangle 164">
            <a:extLst>
              <a:ext uri="{FF2B5EF4-FFF2-40B4-BE49-F238E27FC236}">
                <a16:creationId xmlns:a16="http://schemas.microsoft.com/office/drawing/2014/main" id="{E669A915-B77F-7663-311F-7B0435E0CF25}"/>
              </a:ext>
            </a:extLst>
          </p:cNvPr>
          <p:cNvSpPr/>
          <p:nvPr/>
        </p:nvSpPr>
        <p:spPr>
          <a:xfrm>
            <a:off x="8137236" y="4099541"/>
            <a:ext cx="489527" cy="2221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252B177-9D2E-90D5-EFBC-89319D21258C}"/>
              </a:ext>
            </a:extLst>
          </p:cNvPr>
          <p:cNvSpPr/>
          <p:nvPr/>
        </p:nvSpPr>
        <p:spPr>
          <a:xfrm>
            <a:off x="8137236" y="4369758"/>
            <a:ext cx="489527" cy="2221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525AA802-F344-78F3-3839-4131877DF524}"/>
              </a:ext>
            </a:extLst>
          </p:cNvPr>
          <p:cNvCxnSpPr>
            <a:cxnSpLocks/>
            <a:stCxn id="28" idx="3"/>
            <a:endCxn id="159" idx="1"/>
          </p:cNvCxnSpPr>
          <p:nvPr/>
        </p:nvCxnSpPr>
        <p:spPr>
          <a:xfrm>
            <a:off x="6424653" y="1883371"/>
            <a:ext cx="1712583" cy="7289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B36A67C5-17DC-4480-9DB0-73CAF7AFB56E}"/>
              </a:ext>
            </a:extLst>
          </p:cNvPr>
          <p:cNvCxnSpPr>
            <a:cxnSpLocks/>
            <a:stCxn id="29" idx="3"/>
            <a:endCxn id="159" idx="1"/>
          </p:cNvCxnSpPr>
          <p:nvPr/>
        </p:nvCxnSpPr>
        <p:spPr>
          <a:xfrm>
            <a:off x="6426051" y="2262274"/>
            <a:ext cx="1711185" cy="3500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C382A012-1032-B06F-F4FF-F68D1FF604DC}"/>
              </a:ext>
            </a:extLst>
          </p:cNvPr>
          <p:cNvCxnSpPr>
            <a:cxnSpLocks/>
            <a:endCxn id="159" idx="1"/>
          </p:cNvCxnSpPr>
          <p:nvPr/>
        </p:nvCxnSpPr>
        <p:spPr>
          <a:xfrm flipV="1">
            <a:off x="6421857" y="2612353"/>
            <a:ext cx="1715379" cy="1597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F7D8EDB7-C863-4AE3-F9A0-4D58661CD20A}"/>
              </a:ext>
            </a:extLst>
          </p:cNvPr>
          <p:cNvCxnSpPr>
            <a:cxnSpLocks/>
            <a:stCxn id="31" idx="3"/>
            <a:endCxn id="159" idx="1"/>
          </p:cNvCxnSpPr>
          <p:nvPr/>
        </p:nvCxnSpPr>
        <p:spPr>
          <a:xfrm flipV="1">
            <a:off x="6424653" y="2612353"/>
            <a:ext cx="1712583" cy="19694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0DB30D2A-CA11-39F8-B1C5-3461F15C0250}"/>
              </a:ext>
            </a:extLst>
          </p:cNvPr>
          <p:cNvSpPr txBox="1"/>
          <p:nvPr/>
        </p:nvSpPr>
        <p:spPr>
          <a:xfrm>
            <a:off x="8175453" y="1521462"/>
            <a:ext cx="5033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#3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4E311BC3-C1CB-3066-C6F2-266E4E65E898}"/>
                  </a:ext>
                </a:extLst>
              </p:cNvPr>
              <p:cNvSpPr txBox="1"/>
              <p:nvPr/>
            </p:nvSpPr>
            <p:spPr>
              <a:xfrm>
                <a:off x="7887048" y="2488512"/>
                <a:ext cx="989901" cy="228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8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GB" sz="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  <m:sup/>
                      </m:sSubSup>
                    </m:oMath>
                  </m:oMathPara>
                </a14:m>
                <a:endParaRPr lang="en-GB" sz="800" dirty="0"/>
              </a:p>
            </p:txBody>
          </p:sp>
        </mc:Choice>
        <mc:Fallback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4E311BC3-C1CB-3066-C6F2-266E4E65E8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7048" y="2488512"/>
                <a:ext cx="989901" cy="22858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9389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33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</vt:vector>
  </TitlesOfParts>
  <Company>University of Manchester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Ralf Becker</dc:creator>
  <cp:lastModifiedBy>Ralf Becker</cp:lastModifiedBy>
  <cp:revision>1</cp:revision>
  <dcterms:created xsi:type="dcterms:W3CDTF">2023-10-13T16:57:19Z</dcterms:created>
  <dcterms:modified xsi:type="dcterms:W3CDTF">2023-10-13T18:02:26Z</dcterms:modified>
</cp:coreProperties>
</file>